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559675" cy="1069181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F58"/>
    <a:srgbClr val="1FD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1"/>
  </p:normalViewPr>
  <p:slideViewPr>
    <p:cSldViewPr snapToGrid="0" snapToObjects="1">
      <p:cViewPr>
        <p:scale>
          <a:sx n="100" d="100"/>
          <a:sy n="100" d="100"/>
        </p:scale>
        <p:origin x="2448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19B60-C121-1946-A2A6-F2277F17FD7F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BCE9-BAB2-0B4B-946F-F20F0B8E70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75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3629"/>
            <a:ext cx="7559675" cy="10691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040" y="790098"/>
            <a:ext cx="1929489" cy="1199595"/>
          </a:xfrm>
          <a:prstGeom prst="diamond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22"/>
          <p:cNvSpPr txBox="1"/>
          <p:nvPr/>
        </p:nvSpPr>
        <p:spPr>
          <a:xfrm>
            <a:off x="453410" y="433513"/>
            <a:ext cx="18697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defRPr/>
            </a:pPr>
            <a:r>
              <a:rPr lang="fr-FR" sz="1100" dirty="0">
                <a:latin typeface="Roboto"/>
                <a:ea typeface="Arial" charset="0"/>
                <a:cs typeface="Arial" charset="0"/>
              </a:rPr>
              <a:t>Passionnée par les nouvelles technologies, je me suis reconvertis dans les métiers du numérique. J’ai d’abord passé un DUT Informatique, puis une </a:t>
            </a:r>
            <a:r>
              <a:rPr lang="fr-FR" sz="1100" dirty="0" smtClean="0">
                <a:latin typeface="Roboto"/>
                <a:ea typeface="Arial" charset="0"/>
                <a:cs typeface="Arial" charset="0"/>
              </a:rPr>
              <a:t>Licence. Je </a:t>
            </a:r>
            <a:r>
              <a:rPr lang="fr-FR" sz="1100" dirty="0">
                <a:latin typeface="Roboto"/>
                <a:ea typeface="Arial" charset="0"/>
                <a:cs typeface="Arial" charset="0"/>
              </a:rPr>
              <a:t>suis de nature passionnée, motivée, je suis prête à relever des nouveaux défis.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630" y="217997"/>
            <a:ext cx="9809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latin typeface="Roboto"/>
              </a:rPr>
              <a:t>A PROPOS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905433" y="2388046"/>
            <a:ext cx="5736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Kesary PAVADAY</a:t>
            </a:r>
          </a:p>
          <a:p>
            <a:pPr algn="ctr"/>
            <a:r>
              <a:rPr lang="fr-FR" dirty="0" smtClean="0"/>
              <a:t>Développeur Web et Web Mobile</a:t>
            </a:r>
            <a:endParaRPr lang="fr-FR" dirty="0"/>
          </a:p>
        </p:txBody>
      </p:sp>
      <p:sp>
        <p:nvSpPr>
          <p:cNvPr id="17" name="Ellipse 16"/>
          <p:cNvSpPr/>
          <p:nvPr/>
        </p:nvSpPr>
        <p:spPr>
          <a:xfrm>
            <a:off x="5186303" y="773008"/>
            <a:ext cx="311971" cy="31197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10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39" y="856234"/>
            <a:ext cx="164955" cy="164955"/>
          </a:xfrm>
          <a:prstGeom prst="rect">
            <a:avLst/>
          </a:prstGeom>
        </p:spPr>
      </p:pic>
      <p:sp>
        <p:nvSpPr>
          <p:cNvPr id="19" name="Ellipse 18"/>
          <p:cNvSpPr/>
          <p:nvPr/>
        </p:nvSpPr>
        <p:spPr>
          <a:xfrm>
            <a:off x="5186301" y="1211541"/>
            <a:ext cx="311971" cy="311971"/>
          </a:xfrm>
          <a:prstGeom prst="ellipse">
            <a:avLst/>
          </a:prstGeom>
          <a:solidFill>
            <a:srgbClr val="1FD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/>
          <p:cNvSpPr/>
          <p:nvPr/>
        </p:nvSpPr>
        <p:spPr>
          <a:xfrm>
            <a:off x="5186020" y="1751124"/>
            <a:ext cx="311971" cy="311971"/>
          </a:xfrm>
          <a:prstGeom prst="ellipse">
            <a:avLst/>
          </a:prstGeom>
          <a:solidFill>
            <a:srgbClr val="FD6F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Picture 9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15" y="1297462"/>
            <a:ext cx="167573" cy="167573"/>
          </a:xfrm>
          <a:prstGeom prst="rect">
            <a:avLst/>
          </a:prstGeom>
        </p:spPr>
      </p:pic>
      <p:pic>
        <p:nvPicPr>
          <p:cNvPr id="23" name="Picture 10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014" y="1826467"/>
            <a:ext cx="169953" cy="169953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>
          <a:xfrm>
            <a:off x="5499290" y="677101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TELEPHONE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5499290" y="1131525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ADRESSE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5505393" y="1665965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EMAIL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5491502" y="1299502"/>
            <a:ext cx="1762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 Rue Georges CLEMENCEAU</a:t>
            </a:r>
          </a:p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59760 Grande Synthe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5505110" y="1825107"/>
            <a:ext cx="13292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kpavaday@gmail,com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5505393" y="838757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06 14 48 22 45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3436" y="223564"/>
            <a:ext cx="9170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latin typeface="Roboto"/>
              </a:rPr>
              <a:t>CONTACT</a:t>
            </a:r>
          </a:p>
        </p:txBody>
      </p:sp>
      <p:pic>
        <p:nvPicPr>
          <p:cNvPr id="34" name="Picture 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746" y="3377899"/>
            <a:ext cx="574149" cy="574149"/>
          </a:xfrm>
          <a:prstGeom prst="rect">
            <a:avLst/>
          </a:prstGeom>
        </p:spPr>
      </p:pic>
      <p:pic>
        <p:nvPicPr>
          <p:cNvPr id="35" name="Picture 6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46" y="3377899"/>
            <a:ext cx="574149" cy="574149"/>
          </a:xfrm>
          <a:prstGeom prst="rect">
            <a:avLst/>
          </a:prstGeom>
        </p:spPr>
      </p:pic>
      <p:cxnSp>
        <p:nvCxnSpPr>
          <p:cNvPr id="37" name="Connecteur droit 36"/>
          <p:cNvCxnSpPr/>
          <p:nvPr/>
        </p:nvCxnSpPr>
        <p:spPr>
          <a:xfrm flipH="1">
            <a:off x="3786692" y="3952048"/>
            <a:ext cx="10756" cy="65119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102997" y="4178069"/>
            <a:ext cx="329746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2017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–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 2018 | Administratrice Réseau | PROSERVIA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Gestion du réseau informatique pour le client GRTGAZ.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Création des compte réseau, Active directory,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Création des comptes office 365</a:t>
            </a: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2016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–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 2017 | Chef de projet | PROSERVIA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Sous-traitance pour le client ORANGE. 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Mise en place des routeurs chez professionnels.</a:t>
            </a: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Avril 2016 | Technicienne informatique | HELPLINE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Sous-traitance pour la SOCIÉTÉ GÉNÉRALE,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Support informatique, Résolution des problèmes réseaux, messagerie, ordinateurs, imprimante,</a:t>
            </a: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2014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–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 2016|Technicienne informatique | INTERWAY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Support informatique pour le client McDonalds.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Résolution des problèmes informatique, imprimantes, écrans, des caisses, server</a:t>
            </a: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2012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–</a:t>
            </a: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 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2013|Technicienne informatique | TÉLÉPERFORMANCE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Support informatique pour le client SFR ADSL.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Résolution des problèmes liés à Internet, télé et VOIP</a:t>
            </a: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pPr>
              <a:spcBef>
                <a:spcPts val="300"/>
              </a:spcBef>
            </a:pP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1992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–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ea typeface="Times New Roman" charset="0"/>
                <a:cs typeface="Times New Roman" charset="0"/>
              </a:rPr>
              <a:t> 2008|Responsible qualité | CEWE COLOR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Responsable qualité au sein d’un laboratoire de photo.</a:t>
            </a:r>
          </a:p>
          <a:p>
            <a:pPr>
              <a:spcBef>
                <a:spcPts val="300"/>
              </a:spcBef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  <a:ea typeface="Times New Roman" charset="0"/>
                <a:cs typeface="Times New Roman" charset="0"/>
              </a:rPr>
              <a:t>Contrôle qualité des produits, analyse des coûts, participation au développement numérique.</a:t>
            </a:r>
          </a:p>
          <a:p>
            <a:pPr>
              <a:spcBef>
                <a:spcPts val="300"/>
              </a:spcBef>
            </a:pPr>
            <a:endParaRPr lang="en-GB" sz="1100" b="1" dirty="0">
              <a:solidFill>
                <a:schemeClr val="tx1">
                  <a:lumMod val="85000"/>
                  <a:lumOff val="15000"/>
                </a:schemeClr>
              </a:solidFill>
              <a:ea typeface="Times New Roman" charset="0"/>
              <a:cs typeface="Times New Roman" charset="0"/>
            </a:endParaRP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  <a:p>
            <a:pPr>
              <a:spcBef>
                <a:spcPts val="300"/>
              </a:spcBef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44656" y="4164592"/>
            <a:ext cx="332144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800">
              <a:defRPr/>
            </a:pP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2020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Certification Développeur Web et Web Mobile AFPA Dunkerque – En cours</a:t>
            </a:r>
          </a:p>
          <a:p>
            <a:pPr algn="r" defTabSz="685800">
              <a:defRPr/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r" defTabSz="685800">
              <a:defRPr/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r" defTabSz="685800">
              <a:defRPr/>
            </a:pP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2019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Certification Webdesigner – AFPA Calais</a:t>
            </a:r>
          </a:p>
          <a:p>
            <a:pPr algn="r" defTabSz="685800">
              <a:defRPr/>
            </a:pPr>
            <a:endParaRPr lang="fr-FR" sz="1100" dirty="0"/>
          </a:p>
          <a:p>
            <a:pPr algn="r" defTabSz="685800">
              <a:defRPr/>
            </a:pPr>
            <a:endParaRPr lang="fr-FR" sz="1100" dirty="0"/>
          </a:p>
          <a:p>
            <a:pPr algn="r" defTabSz="685800">
              <a:defRPr/>
            </a:pP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2011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Licence Informatique – IUT Boulogne Calais</a:t>
            </a:r>
          </a:p>
          <a:p>
            <a:pPr algn="r" defTabSz="685800">
              <a:defRPr/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Option Réseaux et télécommunication</a:t>
            </a:r>
          </a:p>
          <a:p>
            <a:pPr algn="r" defTabSz="685800">
              <a:defRPr/>
            </a:pPr>
            <a:endParaRPr lang="fr-F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r" defTabSz="685800">
              <a:defRPr/>
            </a:pP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2009 </a:t>
            </a:r>
            <a:r>
              <a:rPr lang="mr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fr-FR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DUT Informatique – IUT Bordeaux 1</a:t>
            </a:r>
          </a:p>
          <a:p>
            <a:pPr algn="r" defTabSz="685800">
              <a:defRPr/>
            </a:pPr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Option programmation</a:t>
            </a:r>
          </a:p>
          <a:p>
            <a:pPr algn="r" defTabSz="685800">
              <a:defRPr/>
            </a:pPr>
            <a:endParaRPr lang="fr-FR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 defTabSz="685800">
              <a:defRPr/>
            </a:pPr>
            <a:endParaRPr lang="fr-FR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 defTabSz="685800">
              <a:defRPr/>
            </a:pPr>
            <a:endParaRPr lang="fr-FR" sz="1100" dirty="0"/>
          </a:p>
          <a:p>
            <a:pPr algn="r" defTabSz="685800">
              <a:defRPr/>
            </a:pPr>
            <a:endParaRPr lang="fr-FR" sz="1100" dirty="0"/>
          </a:p>
        </p:txBody>
      </p:sp>
      <p:pic>
        <p:nvPicPr>
          <p:cNvPr id="41" name="Picture 6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78" y="6448761"/>
            <a:ext cx="574149" cy="57414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371223" y="6566558"/>
            <a:ext cx="14589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COMPETENCES</a:t>
            </a:r>
            <a:endParaRPr lang="fr-FR" sz="1600" dirty="0"/>
          </a:p>
        </p:txBody>
      </p:sp>
      <p:sp>
        <p:nvSpPr>
          <p:cNvPr id="43" name="TextBox 45"/>
          <p:cNvSpPr txBox="1"/>
          <p:nvPr/>
        </p:nvSpPr>
        <p:spPr>
          <a:xfrm>
            <a:off x="169966" y="7703312"/>
            <a:ext cx="1864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Photoshop CC</a:t>
            </a:r>
          </a:p>
          <a:p>
            <a:pPr algn="r"/>
            <a:endParaRPr lang="en-US" sz="900" dirty="0"/>
          </a:p>
          <a:p>
            <a:pPr algn="r"/>
            <a:r>
              <a:rPr lang="en-US" sz="900" dirty="0"/>
              <a:t>Illustrator CC</a:t>
            </a:r>
          </a:p>
          <a:p>
            <a:pPr algn="r"/>
            <a:endParaRPr lang="en-US" sz="900" dirty="0"/>
          </a:p>
          <a:p>
            <a:pPr algn="r"/>
            <a:r>
              <a:rPr lang="en-US" sz="900" dirty="0"/>
              <a:t>HTML5 &amp; CSS3</a:t>
            </a:r>
          </a:p>
          <a:p>
            <a:pPr algn="r"/>
            <a:endParaRPr lang="en-US" sz="900" dirty="0"/>
          </a:p>
          <a:p>
            <a:pPr algn="r"/>
            <a:r>
              <a:rPr lang="en-US" sz="900" dirty="0"/>
              <a:t>Javascript</a:t>
            </a:r>
          </a:p>
          <a:p>
            <a:pPr algn="r"/>
            <a:endParaRPr lang="fr-FR" sz="900" dirty="0"/>
          </a:p>
          <a:p>
            <a:pPr algn="r"/>
            <a:r>
              <a:rPr lang="fr-BE" sz="900" dirty="0"/>
              <a:t>PHP</a:t>
            </a:r>
            <a:endParaRPr lang="fr-FR" sz="900" dirty="0"/>
          </a:p>
          <a:p>
            <a:pPr algn="r"/>
            <a:endParaRPr lang="fr-FR" sz="900" dirty="0"/>
          </a:p>
          <a:p>
            <a:pPr algn="r"/>
            <a:r>
              <a:rPr lang="fr-FR" sz="900" dirty="0"/>
              <a:t>Windows Server, Linux</a:t>
            </a:r>
          </a:p>
          <a:p>
            <a:pPr algn="r"/>
            <a:endParaRPr lang="fr-FR" sz="900" dirty="0"/>
          </a:p>
          <a:p>
            <a:pPr algn="r"/>
            <a:r>
              <a:rPr lang="fr-FR" sz="900" dirty="0"/>
              <a:t>Microsoft Exchange</a:t>
            </a:r>
          </a:p>
          <a:p>
            <a:pPr algn="r"/>
            <a:endParaRPr lang="fr-FR" sz="900" dirty="0"/>
          </a:p>
          <a:p>
            <a:pPr algn="r"/>
            <a:r>
              <a:rPr lang="fr-FR" sz="900" dirty="0"/>
              <a:t>MySQL / SQL</a:t>
            </a:r>
          </a:p>
          <a:p>
            <a:pPr algn="r"/>
            <a:endParaRPr lang="uk-UA" sz="900" dirty="0"/>
          </a:p>
        </p:txBody>
      </p:sp>
      <p:sp>
        <p:nvSpPr>
          <p:cNvPr id="44" name="Rectangle 43"/>
          <p:cNvSpPr/>
          <p:nvPr/>
        </p:nvSpPr>
        <p:spPr>
          <a:xfrm>
            <a:off x="2046701" y="7714729"/>
            <a:ext cx="1501952" cy="127527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041677" y="8003268"/>
            <a:ext cx="1506976" cy="110167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041677" y="8291807"/>
            <a:ext cx="1506976" cy="116805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041677" y="8568242"/>
            <a:ext cx="1506976" cy="12915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036653" y="8567739"/>
            <a:ext cx="522143" cy="1365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041677" y="8865337"/>
            <a:ext cx="1506976" cy="11798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316951" y="3510440"/>
            <a:ext cx="12508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FORMATION</a:t>
            </a:r>
            <a:endParaRPr lang="fr-FR" sz="1600" dirty="0"/>
          </a:p>
        </p:txBody>
      </p:sp>
      <p:sp>
        <p:nvSpPr>
          <p:cNvPr id="55" name="Rectangle 54"/>
          <p:cNvSpPr/>
          <p:nvPr/>
        </p:nvSpPr>
        <p:spPr>
          <a:xfrm>
            <a:off x="4840987" y="3510092"/>
            <a:ext cx="13143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/>
              <a:t>EXPERIENCES</a:t>
            </a:r>
            <a:endParaRPr lang="fr-FR" sz="1600" dirty="0"/>
          </a:p>
        </p:txBody>
      </p:sp>
      <p:sp>
        <p:nvSpPr>
          <p:cNvPr id="56" name="Rectangle 55"/>
          <p:cNvSpPr/>
          <p:nvPr/>
        </p:nvSpPr>
        <p:spPr>
          <a:xfrm>
            <a:off x="2573773" y="9884192"/>
            <a:ext cx="9923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/>
              <a:t>LANGUES</a:t>
            </a:r>
          </a:p>
        </p:txBody>
      </p:sp>
      <p:sp>
        <p:nvSpPr>
          <p:cNvPr id="57" name="TextBox 69"/>
          <p:cNvSpPr txBox="1"/>
          <p:nvPr/>
        </p:nvSpPr>
        <p:spPr>
          <a:xfrm>
            <a:off x="1130998" y="10225431"/>
            <a:ext cx="16745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dirty="0">
                <a:ea typeface="Roboto" pitchFamily="2" charset="0"/>
                <a:cs typeface="Lato" panose="020F0502020204030203" pitchFamily="34" charset="0"/>
              </a:rPr>
              <a:t>Anglais</a:t>
            </a:r>
            <a:endParaRPr lang="en-GB" sz="900" i="1" dirty="0">
              <a:ea typeface="Roboto" pitchFamily="2" charset="0"/>
              <a:cs typeface="Lato" panose="020F0502020204030203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021716" y="10319617"/>
            <a:ext cx="142807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ea typeface="Roboto" pitchFamily="2" charset="0"/>
            </a:endParaRPr>
          </a:p>
        </p:txBody>
      </p:sp>
      <p:sp>
        <p:nvSpPr>
          <p:cNvPr id="63" name="Losange 62"/>
          <p:cNvSpPr/>
          <p:nvPr/>
        </p:nvSpPr>
        <p:spPr>
          <a:xfrm>
            <a:off x="2652417" y="10213223"/>
            <a:ext cx="257189" cy="257189"/>
          </a:xfrm>
          <a:prstGeom prst="diamon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171135" y="7188102"/>
            <a:ext cx="15086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/>
              <a:t>INFORMATIQUE</a:t>
            </a:r>
            <a:endParaRPr lang="fr-FR" sz="1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4EF26FB-BE24-4BD8-90B0-A192B9157F21}"/>
              </a:ext>
            </a:extLst>
          </p:cNvPr>
          <p:cNvSpPr/>
          <p:nvPr/>
        </p:nvSpPr>
        <p:spPr>
          <a:xfrm>
            <a:off x="2036653" y="7709330"/>
            <a:ext cx="1420545" cy="1314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489890-CA3E-4879-A8AF-1EA8FED4B3C2}"/>
              </a:ext>
            </a:extLst>
          </p:cNvPr>
          <p:cNvSpPr/>
          <p:nvPr/>
        </p:nvSpPr>
        <p:spPr>
          <a:xfrm>
            <a:off x="2040151" y="7999164"/>
            <a:ext cx="1420545" cy="1179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8F25EC2-57DE-43D4-8A8F-9986D3E48900}"/>
              </a:ext>
            </a:extLst>
          </p:cNvPr>
          <p:cNvSpPr/>
          <p:nvPr/>
        </p:nvSpPr>
        <p:spPr>
          <a:xfrm>
            <a:off x="2036653" y="8287816"/>
            <a:ext cx="1420545" cy="1179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06B5FB-1D69-4DA0-9917-8CC664882BB4}"/>
              </a:ext>
            </a:extLst>
          </p:cNvPr>
          <p:cNvSpPr/>
          <p:nvPr/>
        </p:nvSpPr>
        <p:spPr>
          <a:xfrm>
            <a:off x="2046701" y="9112145"/>
            <a:ext cx="1501952" cy="127527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20DB93C-11F2-4AA5-B9D7-16E80E0148C6}"/>
              </a:ext>
            </a:extLst>
          </p:cNvPr>
          <p:cNvSpPr/>
          <p:nvPr/>
        </p:nvSpPr>
        <p:spPr>
          <a:xfrm>
            <a:off x="2036653" y="8857475"/>
            <a:ext cx="872953" cy="113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F25A4A7-048E-49F8-BEFF-EFF5A89A2D06}"/>
              </a:ext>
            </a:extLst>
          </p:cNvPr>
          <p:cNvSpPr/>
          <p:nvPr/>
        </p:nvSpPr>
        <p:spPr>
          <a:xfrm>
            <a:off x="2034141" y="9381263"/>
            <a:ext cx="1506976" cy="11798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54AC006-99F1-4BC5-8EE7-998D400D32CD}"/>
              </a:ext>
            </a:extLst>
          </p:cNvPr>
          <p:cNvSpPr/>
          <p:nvPr/>
        </p:nvSpPr>
        <p:spPr>
          <a:xfrm>
            <a:off x="2039164" y="9101138"/>
            <a:ext cx="1286742" cy="138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951DD01-4EFC-426D-9779-2CDBCDDCC358}"/>
              </a:ext>
            </a:extLst>
          </p:cNvPr>
          <p:cNvSpPr/>
          <p:nvPr/>
        </p:nvSpPr>
        <p:spPr>
          <a:xfrm>
            <a:off x="2039235" y="9667969"/>
            <a:ext cx="1506976" cy="11798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F3C3916-27CD-4D7A-BE9E-435BF6215C66}"/>
              </a:ext>
            </a:extLst>
          </p:cNvPr>
          <p:cNvSpPr/>
          <p:nvPr/>
        </p:nvSpPr>
        <p:spPr>
          <a:xfrm>
            <a:off x="2034732" y="9384122"/>
            <a:ext cx="1286742" cy="1179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E9A530-5FE9-4F8D-82FE-970706E67C88}"/>
              </a:ext>
            </a:extLst>
          </p:cNvPr>
          <p:cNvSpPr/>
          <p:nvPr/>
        </p:nvSpPr>
        <p:spPr>
          <a:xfrm>
            <a:off x="2034722" y="9663113"/>
            <a:ext cx="678270" cy="130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4432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3081</TotalTime>
  <Words>297</Words>
  <Application>Microsoft Office PowerPoint</Application>
  <PresentationFormat>Personnalisé</PresentationFormat>
  <Paragraphs>71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Mangal</vt:lpstr>
      <vt:lpstr>Roboto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Axel Maille</dc:creator>
  <cp:lastModifiedBy>59011-15-11</cp:lastModifiedBy>
  <cp:revision>45</cp:revision>
  <cp:lastPrinted>2021-03-09T21:43:59Z</cp:lastPrinted>
  <dcterms:created xsi:type="dcterms:W3CDTF">2017-11-15T14:17:37Z</dcterms:created>
  <dcterms:modified xsi:type="dcterms:W3CDTF">2021-03-30T14:11:33Z</dcterms:modified>
</cp:coreProperties>
</file>